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12192000" cy="6858000"/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</Relationships>

</file>

<file path=ppt/slides/_rels/slide1.xml.rels><?xml version="1.0"?>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1" name="T"/>
        </p:nvSpPr>
        <p:spPr>
          <a:xfrm>
            <a:off x="0" y="0"/>
            <a:ext cx="2000000" cy="1000000"/>
          </a:xfrm>
        </p:spPr>
        <p:txBody>
          <a:p>
            <a:r>
              <a:rPr b="1"/>
              <a:t>Styled Run</a:t>
            </a:r>
          </a:p>
        </p:txBody>
      </p:sp>
      <p:sp>
        <p:nvSpPr>
          <p:cNvPr id="2" name="B"/>
        </p:nvSpPr>
        <p:spPr>
          <a:xfrm>
            <a:off x="0" y="1200000"/>
            <a:ext cx="2000000" cy="1000000"/>
          </a:xfrm>
        </p:spPr>
        <p:txBody>
          <a:p>
            <a:r>
              <a:t>plain </a:t>
            </a:r>
            <a:r>
              <a:rPr i="1" strike="sngStrike"/>
              <a:t>fancy</a:t>
            </a:r>
          </a:p>
        </p:txBody>
      </p:sp>
    </p:spTree>
  </p:cSld>
</p:sld>
</file>