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IdLst>
    <p:sldId id="256" r:id="rId1"/>
    <p:sldId id="257" r:id="rId2"/>
  </p:sldIdLst>
  <p:sldSz cx="12192000" cy="6858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
</file>

<file path=ppt/notesSlides/_rels/notesSlide1.xml.rels><?xml version="1.0"?><Relationships xmlns="http://schemas.openxmlformats.org/package/2006/relationships"/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nvSpPr>
          <p:cNvPr id="1" name="Notes"/>
          <p:cNvSpPr/>
          <p:nvPr/>
        </p:nvSpPr>
        <p:spPr>
          <a:xfrm>
            <a:off x="0" y="0"/>
            <a:ext cx="1000000" cy="1000000"/>
          </a:xfrm>
          <a:prstGeom prst="rect">
            <a:avLst/>
          </a:prstGeom>
        </p:spPr>
        <p:txBody>
          <a:bodyPr/>
          <a:lstStyle/>
          <a:p>
            <a:r>
              <a:t>Remember to mention Q4 numbers</a:t>
            </a:r>
          </a:p>
        </p:txBody>
      </p:sp>
    </p:spTree>
  </p:cSld>
</p:notes>
</file>

<file path=ppt/slides/_rels/slide1.xml.rels><?xml version="1.0" encoding="UTF-8"?>
<Relationships xmlns="http://schemas.openxmlformats.org/package/2006/relationships">
  <Relationship Id="rIdN1" Type="http://schemas.openxmlformats.org/officeDocument/2006/relationships/notesSlide" Target="../notesSlides/notesSlide1.xml"/>
</Relationships>
</file>

<file path=ppt/slides/_rels/slide2.xml.rels><?xml version="1.0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" b="1" sz="4000"/>
              <a:t>First Slide</a:t>
            </a:r>
          </a:p>
        </p:txBody>
      </p:sp>
      <p:sp>
        <p:nvSpPr>
          <p:cNvPr id="3" name="Body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/>
          </a:prstGeom>
        </p:spPr>
        <p:txBody>
          <a:bodyPr/>
          <a:lstStyle/>
          <a:p>
            <a:r>
              <a:t>- looks like a bullet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" b="1" sz="4000"/>
              <a:t>Second Slide</a:t>
            </a:r>
          </a:p>
        </p:txBody>
      </p:sp>
      <p:sp>
        <p:nvSpPr>
          <p:cNvPr id="3" name="Body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/>
          </a:prstGeom>
        </p:spPr>
        <p:txBody>
          <a:bodyPr/>
          <a:lstStyle/>
          <a:p>
            <a:r>
              <a:t>plain text</a:t>
            </a:r>
          </a:p>
        </p:txBody>
      </p:sp>
    </p:spTree>
  </p:cSld>
</p:sld>
</file>