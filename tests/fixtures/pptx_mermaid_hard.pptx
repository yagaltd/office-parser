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IdLst>
    <p:sldId id="256" r:id="rId1"/>
  </p:sldIdLst>
  <p:sldSz cx="12192000" cy="6858000"/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</Relationships>

</file>

<file path=ppt/slides/_rels/slide1.xml.rels><?xml version="1.0"?>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rt"/>
          <p:cNvSpPr/>
          <p:nvPr/>
        </p:nvSpPr>
        <p:spPr>
          <a:xfrm>
            <a:off x="100000" y="100000"/>
            <a:ext cx="2000000" cy="800000"/>
          </a:xfrm>
          <a:prstGeom prst="flowChartTerminator">
            <a:avLst/>
          </a:prstGeom>
        </p:spPr>
        <p:txBody>
          <a:bodyPr/>
          <a:lstStyle/>
          <a:p>
            <a:r>
              <a:t>Start</a:t>
            </a:r>
          </a:p>
        </p:txBody>
      </p:sp>
      <p:sp>
        <p:nvSpPr>
          <p:cNvPr id="3" name="Process"/>
          <p:cNvSpPr/>
          <p:nvPr/>
        </p:nvSpPr>
        <p:spPr>
          <a:xfrm>
            <a:off x="3000000" y="100000"/>
            <a:ext cx="2000000" cy="800000"/>
          </a:xfrm>
          <a:prstGeom prst="rect">
            <a:avLst/>
          </a:prstGeom>
        </p:spPr>
        <p:txBody>
          <a:bodyPr/>
          <a:lstStyle/>
          <a:p>
            <a:r>
              <a:t>Process</a:t>
            </a:r>
          </a:p>
        </p:txBody>
      </p:sp>
      <p:sp>
        <p:nvSpPr>
          <p:cNvPr id="4" name="Decision"/>
          <p:cNvSpPr/>
          <p:nvPr/>
        </p:nvSpPr>
        <p:spPr>
          <a:xfrm>
            <a:off x="100000" y="2000000"/>
            <a:ext cx="2000000" cy="800000"/>
          </a:xfrm>
          <a:prstGeom prst="flowChartDecision">
            <a:avLst/>
          </a:prstGeom>
        </p:spPr>
        <p:txBody>
          <a:bodyPr/>
          <a:lstStyle/>
          <a:p>
            <a:r>
              <a:t>Decision</a:t>
            </a:r>
          </a:p>
        </p:txBody>
      </p:sp>
      <p:cxnSp>
        <p:nvCxnSpPr>
          <p:cNvPr id="10" name="BothArrow"/>
          <p:cNvCxnSpPr>
            <a:stCxn id="2" idx="3"/>
            <a:endCxn id="3" idx="4"/>
          </p:cNvCxnSpPr>
          <p:nvPr/>
        </p:nvCxnSpPr>
        <p:spPr>
          <a:xfrm>
            <a:off x="2100000" y="400000"/>
            <a:ext cx="900000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/>
        </p:style>
        <p:txBody>
          <a:bodyPr/>
          <a:lstStyle/>
          <a:p>
            <a:endParaRPr/>
          </a:p>
        </p:txBody>
      </p:cxnSp>
      <p:cxnSp>
        <p:nvCxnSpPr>
          <p:cNvPr id="11" name="RevArrow"/>
          <p:cNvCxnSpPr>
            <a:stCxn id="3" idx="3"/>
            <a:endCxn id="2" idx="4"/>
          </p:cNvCxnSpPr>
          <p:nvPr/>
        </p:nvCxnSpPr>
        <p:spPr>
          <a:xfrm>
            <a:off x="2100000" y="400000"/>
            <a:ext cx="900000" cy="0"/>
          </a:xfrm>
          <a:prstGeom prst="straightConnector1">
            <a:avLst/>
          </a:prstGeom>
          <a:ln w="19050">
            <a:headEnd type="triangle"/>
            <a:tailEnd type="none"/>
          </a:ln>
        </p:spPr>
        <p:style>
          <a:lnRef idx="1"/>
        </p:style>
        <p:txBody>
          <a:bodyPr/>
          <a:lstStyle/>
          <a:p>
            <a:endParaRPr/>
          </a:p>
        </p:txBody>
      </p:cxnSp>
      <p:cxnSp>
        <p:nvCxnSpPr>
          <p:cNvPr id="12" name="ToGroup"/>
          <p:cNvCxnSpPr>
            <a:stCxn id="3" idx="3"/>
            <a:endCxn id="8" idx="4"/>
          </p:cNvCxnSpPr>
          <p:nvPr/>
        </p:nvCxnSpPr>
        <p:spPr>
          <a:xfrm>
            <a:off x="2100000" y="400000"/>
            <a:ext cx="900000" cy="0"/>
          </a:xfrm>
          <a:prstGeom prst="straightConnector1">
            <a:avLst/>
          </a:prstGeom>
          <a:ln w="19050">
            <a:headEnd type="none"/>
            <a:tailEnd type="triangle"/>
          </a:ln>
        </p:spPr>
        <p:style>
          <a:lnRef idx="1"/>
        </p:style>
        <p:txBody>
          <a:bodyPr/>
          <a:lstStyle/>
          <a:p>
            <a:endParaRPr/>
          </a:p>
        </p:txBody>
      </p:cxnSp>
      <p:grpSp>
        <p:nvGrpSpPr>
          <p:cNvPr id="7" name="Group"/>
          <p:cNvGrpSpPr/>
          <p:nvPr/>
        </p:nvGrpSpPr>
        <p:grpSpPr>
          <a:xfrm>
            <a:off x="5000000" y="2000000"/>
            <a:ext cx="3000000" cy="1500000"/>
            <a:chOff x="0" y="0"/>
            <a:chExt cx="3000000" cy="1500000"/>
          </a:xfrm>
        </p:grpSpPr>
        <p:sp>
          <p:nvSpPr>
            <p:cNvPr id="8" name="GA"/>
            <p:cNvSpPr/>
            <p:nvPr/>
          </p:nvSpPr>
          <p:spPr>
            <a:xfrm>
              <a:off x="0" y="0"/>
              <a:ext cx="2000000" cy="800000"/>
            </a:xfrm>
            <a:prstGeom prst="rect">
              <a:avLst/>
            </a:prstGeom>
          </p:spPr>
          <p:txBody>
            <a:bodyPr/>
            <a:lstStyle/>
            <a:p>
              <a:r>
                <a:t>Grouped A</a:t>
              </a:r>
            </a:p>
          </p:txBody>
        </p:sp>
        <p:sp>
          <p:nvSpPr>
            <p:cNvPr id="9" name="GB"/>
            <p:cNvSpPr/>
            <p:nvPr/>
          </p:nvSpPr>
          <p:spPr>
            <a:xfrm>
              <a:off x="1600000" y="0"/>
              <a:ext cx="2000000" cy="800000"/>
            </a:xfrm>
            <a:prstGeom prst="rect">
              <a:avLst/>
            </a:prstGeom>
          </p:spPr>
          <p:txBody>
            <a:bodyPr/>
            <a:lstStyle/>
            <a:p>
              <a:r>
                <a:t>Grouped B</a:t>
              </a:r>
            </a:p>
          </p:txBody>
        </p:sp>
      </p:grpSp>
    </p:spTree>
  </p:cSld>
</p:sld>
</file>